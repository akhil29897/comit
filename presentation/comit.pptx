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45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 ·  PRIVACY-FIRST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783080"/>
            <a:ext cx="7315200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100" kern="0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</a:t>
            </a:r>
            <a:pPr indent="0" marL="0">
              <a:buNone/>
            </a:pPr>
            <a:r>
              <a:rPr lang="en-US" sz="9600" b="1" spc="-100" kern="0" dirty="0">
                <a:solidFill>
                  <a:srgbClr val="45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the people who matter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work-life-balance companion for WhatsApp — interaction scores, reply-debt tracking and gentle nudges, computed entirely on your device.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0" y="1737360"/>
            <a:ext cx="1005840" cy="1005840"/>
          </a:xfrm>
          <a:prstGeom prst="ellipse">
            <a:avLst/>
          </a:prstGeom>
          <a:solidFill>
            <a:srgbClr val="0D0D12"/>
          </a:solidFill>
          <a:ln w="50800">
            <a:solidFill>
              <a:srgbClr val="46D39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0" y="173736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921240" y="2286000"/>
            <a:ext cx="822960" cy="822960"/>
          </a:xfrm>
          <a:prstGeom prst="ellipse">
            <a:avLst/>
          </a:prstGeom>
          <a:solidFill>
            <a:srgbClr val="0D0D12"/>
          </a:solidFill>
          <a:ln w="50800">
            <a:solidFill>
              <a:srgbClr val="45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21240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601200" y="3383280"/>
            <a:ext cx="731520" cy="731520"/>
          </a:xfrm>
          <a:prstGeom prst="ellipse">
            <a:avLst/>
          </a:prstGeom>
          <a:solidFill>
            <a:srgbClr val="0D0D12"/>
          </a:solidFill>
          <a:ln w="50800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33832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120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Akhil Tripathi  ·  MIT licensed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789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 apps track what's </a:t>
            </a:r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unread</a:t>
            </a:r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nothing about what's 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7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unreplied</a:t>
            </a:r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51560" y="3291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friend you used to text weekly, now silent for two months.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5156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reply you've owed your mother for three days.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" y="44805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chatter that quietly took over your evenings.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drift, and we don't notice until it's a pattern.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comit does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83080"/>
            <a:ext cx="310896" cy="310896"/>
          </a:xfrm>
          <a:prstGeom prst="ellipse">
            <a:avLst/>
          </a:prstGeom>
          <a:solidFill>
            <a:srgbClr val="46D398"/>
          </a:solidFill>
          <a:ln w="12700">
            <a:solidFill>
              <a:srgbClr val="46D39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94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Score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58775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 0–100 health score per contact: recency, frequency, reciprocity, responsiveness, who-starts.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53128" y="150876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27448" y="1783080"/>
            <a:ext cx="310896" cy="310896"/>
          </a:xfrm>
          <a:prstGeom prst="ellipse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27448" y="2194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Debt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727448" y="258775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you owe a reply, and for how long. “Amma, 3 days.”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66176" y="150876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0496" y="1783080"/>
            <a:ext cx="310896" cy="310896"/>
          </a:xfrm>
          <a:prstGeom prst="ellipse">
            <a:avLst/>
          </a:prstGeom>
          <a:solidFill>
            <a:srgbClr val="6AA8FF"/>
          </a:solidFill>
          <a:ln w="12700">
            <a:solidFill>
              <a:srgbClr val="6AA8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40496" y="2194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Work-Life Balance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540496" y="258775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vs personal split, after-hours work, your late-night pingers.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490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023360"/>
            <a:ext cx="310896" cy="310896"/>
          </a:xfrm>
          <a:prstGeom prst="ellipse">
            <a:avLst/>
          </a:prstGeom>
          <a:solidFill>
            <a:srgbClr val="D27DFF"/>
          </a:solidFill>
          <a:ln w="12700">
            <a:solidFill>
              <a:srgbClr val="D27D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4348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482803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heating up, who's going quiet — before it's too late.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53128" y="37490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27448" y="4023360"/>
            <a:ext cx="310896" cy="310896"/>
          </a:xfrm>
          <a:prstGeom prst="ellipse">
            <a:avLst/>
          </a:prstGeom>
          <a:solidFill>
            <a:srgbClr val="45D0D0"/>
          </a:solidFill>
          <a:ln w="12700">
            <a:solidFill>
              <a:srgbClr val="45D0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27448" y="44348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Nudges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727448" y="482803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ranked, plain-language to-do list that ties it all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just runs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2174"/>
            </a:avLst>
          </a:prstGeom>
          <a:solidFill>
            <a:srgbClr val="11111A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91640"/>
            <a:ext cx="103327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bun run demo
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B14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comit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6 conversations · 321 messages · 90-day window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nudges --------------------------------------------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5D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Vinay (work) reached you after hours 44x recently.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owe Amma a reply - waiting 3 days.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A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Amma is cooling off: ~10.9/wk -&gt; ~2.0/wk. Reach out?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45D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replies to Karan take ~15h on average.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balance -------------------------------------------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vs personal 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B14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######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------------ 35% work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after-hours work  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5D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messages (64% of work chatter)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…or open the offline dashboard with  bun run web.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by design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black boxes. The interaction score is a documented, tunable formula: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11111A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1460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100 × ( 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46D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0.30·recency
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+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45D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0.25·frequency
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+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2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0.20·reciprocity
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+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6A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0.15·responsiveness
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+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0.10·initiation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constant is exported and overridable. Change one, re-run the tests, see exactly what moves.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that matters most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messages </a:t>
            </a:r>
            <a:pPr indent="0" marL="0">
              <a:buNone/>
            </a:pPr>
            <a:r>
              <a:rPr lang="en-US" sz="3600" b="1" dirty="0">
                <a:solidFill>
                  <a:srgbClr val="FF7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leave your device.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926080"/>
            <a:ext cx="1719072" cy="502920"/>
          </a:xfrm>
          <a:prstGeom prst="roundRect">
            <a:avLst>
              <a:gd name="adj" fmla="val 49091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926080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offline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87752" y="2926080"/>
            <a:ext cx="1613916" cy="502920"/>
          </a:xfrm>
          <a:prstGeom prst="roundRect">
            <a:avLst>
              <a:gd name="adj" fmla="val 49091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87752" y="2926080"/>
            <a:ext cx="16139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0268" y="2926080"/>
            <a:ext cx="1508760" cy="502920"/>
          </a:xfrm>
          <a:prstGeom prst="roundRect">
            <a:avLst>
              <a:gd name="adj" fmla="val 49091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0268" y="292608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67628" y="2926080"/>
            <a:ext cx="1719072" cy="502920"/>
          </a:xfrm>
          <a:prstGeom prst="roundRect">
            <a:avLst>
              <a:gd name="adj" fmla="val 49091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67628" y="2926080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telemetry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15300" y="2926080"/>
            <a:ext cx="2244852" cy="502920"/>
          </a:xfrm>
          <a:prstGeom prst="roundRect">
            <a:avLst>
              <a:gd name="adj" fmla="val 49091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5300" y="2926080"/>
            <a:ext cx="22448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runtime deps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4137660" cy="502920"/>
          </a:xfrm>
          <a:prstGeom prst="roundRect">
            <a:avLst>
              <a:gd name="adj" fmla="val 49091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611880"/>
            <a:ext cx="41376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only, never writes your chats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937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 makes </a:t>
            </a:r>
            <a:pPr indent="0" marL="0">
              <a:buNone/>
            </a:pPr>
            <a:r>
              <a:rPr lang="en-US" sz="16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network requests at all</a:t>
            </a:r>
            <a:pPr indent="0" marL="0">
              <a:buNone/>
            </a:pPr>
            <a:r>
              <a:rPr lang="en-US" sz="16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even the dashboard's fonts and charts are self-hosted. Auditable in an afternoon.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3566160"/>
          </a:xfrm>
          <a:prstGeom prst="roundRect">
            <a:avLst>
              <a:gd name="adj" fmla="val 2564"/>
            </a:avLst>
          </a:prstGeom>
          <a:solidFill>
            <a:srgbClr val="11111A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737360"/>
            <a:ext cx="103327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A9A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WhatsApp .txt export
          |
          v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+--------------+   pure, deterministic   +------------------------+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| DataSource   | ----------------------&gt; |  analytics engine      |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| export parser|   (no I/O, no clock)    |  score.debt.balance    |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+--------------+                         |  .trends.nudges        |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^                                 +-----------+------------+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5D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future: live                          +--------------+-----------+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5D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Baileys adapter                       v                          v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C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CLI report               Dashboard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pure core. One I/O seam. A live data source could plug in without touching a line of analytics.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53288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dependencies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520440" y="150876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20440" y="16916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3520440" y="253288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tests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0876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6916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6400800" y="253288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 analytics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281160" y="150876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81823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16916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281160" y="253288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(CLI + web)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51560" y="3566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TypeScript, strict mode, runs on Bun with no build step.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" y="413308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13308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core → fast, deterministic, exhaustively testable.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470001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51560" y="4700016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adapter interface for new sources (Telegram, Signal, iMessage).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0080" y="526694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5266944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docs, and a deterministic synthetic-data generator.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goes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737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51560" y="173736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importers</a:t>
            </a:r>
            <a:pPr indent="0" marL="0">
              <a:buNone/>
            </a:pPr>
            <a:r>
              <a:rPr lang="en-US" sz="1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Telegram, Signal, iMessage, each just a new DataSource.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26060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live source</a:t>
            </a:r>
            <a:pPr indent="0" marL="0">
              <a:buNone/>
            </a:pPr>
            <a:r>
              <a:rPr lang="en-US" sz="1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via Baileys — clearly flagged, never a default, because privacy-first means the user makes that call.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347472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digest</a:t>
            </a:r>
            <a:pPr indent="0" marL="0">
              <a:buNone/>
            </a:pPr>
            <a:r>
              <a:rPr lang="en-US" sz="1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 per-contact deep-dive in the dashboard.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434340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</a:t>
            </a:r>
            <a:pPr indent="0" marL="0">
              <a:buNone/>
            </a:pPr>
            <a:r>
              <a:rPr lang="en-US" sz="1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scoring weights and nudge rules.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forked. Good first issues are tagged.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7315200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100" kern="0" dirty="0">
                <a:solidFill>
                  <a:srgbClr val="B14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</a:t>
            </a:r>
            <a:pPr indent="0" marL="0">
              <a:buNone/>
            </a:pPr>
            <a:r>
              <a:rPr lang="en-US" sz="9600" b="1" spc="-100" kern="0" dirty="0">
                <a:solidFill>
                  <a:srgbClr val="45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40080" y="34290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C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the people who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5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github.com/takhil/comit  ·  MIT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754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daily commit — to your relationships, and your off-hours.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</dc:title>
  <dc:subject>PptxGenJS Presentation</dc:subject>
  <dc:creator>Akhil Tripathi</dc:creator>
  <cp:lastModifiedBy>Akhil Tripathi</cp:lastModifiedBy>
  <cp:revision>1</cp:revision>
  <dcterms:created xsi:type="dcterms:W3CDTF">2026-06-25T07:12:53Z</dcterms:created>
  <dcterms:modified xsi:type="dcterms:W3CDTF">2026-06-25T07:12:53Z</dcterms:modified>
</cp:coreProperties>
</file>